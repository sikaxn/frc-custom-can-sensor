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5A12-DE7A-DFC1-4931-DD0A01E45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324AE-BF29-A524-BBAB-2D1ADDB19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B080F-C833-D2D3-88CC-B95EA2C3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16CB-AF97-43A3-9C52-98DDB12B887C}" type="datetimeFigureOut">
              <a:rPr lang="en-US" smtClean="0"/>
              <a:t>2026-07-10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02BFB-032C-C695-4132-355F2EFBE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89841-9A19-847D-0E5F-37A257A7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DF5C4-69A2-4049-867F-49950C9E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2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3774-B510-E552-E99E-DAD9970EB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2F85-8E28-E7D9-E8DC-67ADFD834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24CE9-855E-4A8F-4923-B1066849D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16CB-AF97-43A3-9C52-98DDB12B887C}" type="datetimeFigureOut">
              <a:rPr lang="en-US" smtClean="0"/>
              <a:t>2026-07-10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5397B-E9D7-2C39-3E69-D74597524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6841-06DD-8B10-5366-6AF42307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DF5C4-69A2-4049-867F-49950C9E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26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FFCAE-63B7-5F7A-A97E-23C4FEC89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85F48-AEE2-95D3-CBA3-D332FE76C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877E0-B133-AAB6-A81E-1D62CBA88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16CB-AF97-43A3-9C52-98DDB12B887C}" type="datetimeFigureOut">
              <a:rPr lang="en-US" smtClean="0"/>
              <a:t>2026-07-10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9759A-0205-0627-B86E-5466A4F3B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108C5-C302-CF3E-EF15-DAA6D2453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DF5C4-69A2-4049-867F-49950C9E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9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A5BD-0720-79E5-4267-A72AA76E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9A536-3160-267F-C247-5CE110B3F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88F11-63B5-C137-6363-47F3B399D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0835B-52CA-CF38-BDBA-83B51A00F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16CB-AF97-43A3-9C52-98DDB12B887C}" type="datetimeFigureOut">
              <a:rPr lang="en-US" smtClean="0"/>
              <a:t>2026-07-10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83E2B-80B6-92F6-5F94-062AD743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27844-B582-1055-642D-9AAF5AD0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DF5C4-69A2-4049-867F-49950C9E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66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0D72-5D15-57E8-A32A-45CA5C951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EC6FA-53AA-4C8B-F6C7-D2A9A5E24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35532-9498-BD8F-92BE-AC512679E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A63A7-5B67-5706-A1AE-FC6006CA1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FC65F-097C-44BE-F481-A9BF2D558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2B74AB-4704-A5D2-921F-13FFFF98B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16CB-AF97-43A3-9C52-98DDB12B887C}" type="datetimeFigureOut">
              <a:rPr lang="en-US" smtClean="0"/>
              <a:t>2026-07-10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D4545F-4AE9-F5BC-448C-75A30B368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30C44C-1B78-2B01-8ED2-F2E8A9BBB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DF5C4-69A2-4049-867F-49950C9E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3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E97B-584F-4344-8198-629B5964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171350-A5D6-950D-6D47-F4AD9283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16CB-AF97-43A3-9C52-98DDB12B887C}" type="datetimeFigureOut">
              <a:rPr lang="en-US" smtClean="0"/>
              <a:t>2026-07-10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899FF-4103-1910-D1B0-06D6A813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31CC0-8704-EBB8-5B64-EA86171DD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DF5C4-69A2-4049-867F-49950C9E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2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D0B07-2895-4FE6-6E23-6CFF1F00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16CB-AF97-43A3-9C52-98DDB12B887C}" type="datetimeFigureOut">
              <a:rPr lang="en-US" smtClean="0"/>
              <a:t>2026-07-10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BC161-500E-270E-943D-2C25EC84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AEBC7-00EB-D3B5-DD99-1B65C473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DF5C4-69A2-4049-867F-49950C9E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37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F9C2-F1CE-94AF-9AE8-6D636302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F011A-447B-4960-4ED5-3E699BF38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57A547-569F-CF4A-F9EF-0BB6A2C8A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B2EAD4-6578-A583-FF85-D7193A72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16CB-AF97-43A3-9C52-98DDB12B887C}" type="datetimeFigureOut">
              <a:rPr lang="en-US" smtClean="0"/>
              <a:t>2026-07-10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33E41-E884-4A8D-C955-3F8B83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4C252-7879-FB40-47B4-43F13F24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DF5C4-69A2-4049-867F-49950C9E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4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EF59-56FC-8DDB-EF00-D02F650EF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620A81-2EF3-6F76-A3BD-DD8525B84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261AB-760F-2653-9DBF-D2C7568DE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C850D-25CD-DF62-AD4C-AB2B4D679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16CB-AF97-43A3-9C52-98DDB12B887C}" type="datetimeFigureOut">
              <a:rPr lang="en-US" smtClean="0"/>
              <a:t>2026-07-10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6118C-5425-606A-37BC-C127EA07B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E8570-CECF-B802-6E71-302134855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DF5C4-69A2-4049-867F-49950C9E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03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C9597-F758-1C7A-CC32-E7489663C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EB3FD-3422-5E8D-5101-E9F6DF67C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CCFD2-BDF4-2E6B-5EE1-C69ABC04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16CB-AF97-43A3-9C52-98DDB12B887C}" type="datetimeFigureOut">
              <a:rPr lang="en-US" smtClean="0"/>
              <a:t>2026-07-10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08D49-80F2-B016-6CFD-E78EFDB9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BEB2F-433C-0E51-BE74-509CA53F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DF5C4-69A2-4049-867F-49950C9E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3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A73D30-689F-02AC-1BE7-304144D8C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0BF53-778A-1EF8-2401-9555F8194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5BA05-3346-4C27-6BBC-E80AD7C8B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16CB-AF97-43A3-9C52-98DDB12B887C}" type="datetimeFigureOut">
              <a:rPr lang="en-US" smtClean="0"/>
              <a:t>2026-07-10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1AB04-2536-4591-DC00-65CC69FD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1280-4DB1-045D-2DA8-9B5ADFF8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DF5C4-69A2-4049-867F-49950C9E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54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D7650C-0ADE-17B7-96E1-E675DEC0F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19640-3F22-C57C-2E38-E14ADF6A4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BB7CD-F6E3-FEFE-4011-EB8BFA5AF7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D16CB-AF97-43A3-9C52-98DDB12B887C}" type="datetimeFigureOut">
              <a:rPr lang="en-US" smtClean="0"/>
              <a:t>2026-07-10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1A877-7524-5976-BABA-CE2CAFF20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1B03C-0573-BFCE-0D6C-603F5AF7D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DF5C4-69A2-4049-867F-49950C9EE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2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B7C773-A221-3A6D-3394-10C060D77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r="10544"/>
          <a:stretch>
            <a:fillRect/>
          </a:stretch>
        </p:blipFill>
        <p:spPr>
          <a:xfrm rot="5400000">
            <a:off x="3604840" y="1071937"/>
            <a:ext cx="4982319" cy="51435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910D2C-821F-7D95-9941-25175EDDC604}"/>
              </a:ext>
            </a:extLst>
          </p:cNvPr>
          <p:cNvCxnSpPr/>
          <p:nvPr/>
        </p:nvCxnSpPr>
        <p:spPr>
          <a:xfrm flipH="1">
            <a:off x="5676519" y="2057774"/>
            <a:ext cx="190500" cy="2600325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69522B4-992D-6AA2-5AC7-2FCBF427C3CF}"/>
              </a:ext>
            </a:extLst>
          </p:cNvPr>
          <p:cNvSpPr txBox="1"/>
          <p:nvPr/>
        </p:nvSpPr>
        <p:spPr>
          <a:xfrm>
            <a:off x="3989935" y="3027922"/>
            <a:ext cx="1781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highlight>
                  <a:srgbClr val="00FF00"/>
                </a:highlight>
              </a:rPr>
              <a:t>Branch off CAN</a:t>
            </a:r>
          </a:p>
          <a:p>
            <a:r>
              <a:rPr lang="en-US" u="sng" dirty="0">
                <a:solidFill>
                  <a:srgbClr val="002060"/>
                </a:solidFill>
                <a:highlight>
                  <a:srgbClr val="00FF00"/>
                </a:highlight>
              </a:rPr>
              <a:t>Less than 10CM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037022-5B3F-09CF-F836-969CE227DDAA}"/>
              </a:ext>
            </a:extLst>
          </p:cNvPr>
          <p:cNvCxnSpPr>
            <a:cxnSpLocks/>
          </p:cNvCxnSpPr>
          <p:nvPr/>
        </p:nvCxnSpPr>
        <p:spPr>
          <a:xfrm flipH="1">
            <a:off x="4191667" y="5549646"/>
            <a:ext cx="4119562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F22CEB-7E27-2BA8-5A37-3947E604CA73}"/>
              </a:ext>
            </a:extLst>
          </p:cNvPr>
          <p:cNvSpPr txBox="1"/>
          <p:nvPr/>
        </p:nvSpPr>
        <p:spPr>
          <a:xfrm>
            <a:off x="5185653" y="5610162"/>
            <a:ext cx="1820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highlight>
                  <a:srgbClr val="00FF00"/>
                </a:highlight>
              </a:rPr>
              <a:t>Existed CAN line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5A97EE-8323-F010-10A9-1585CA1A0517}"/>
              </a:ext>
            </a:extLst>
          </p:cNvPr>
          <p:cNvSpPr txBox="1"/>
          <p:nvPr/>
        </p:nvSpPr>
        <p:spPr>
          <a:xfrm>
            <a:off x="6992933" y="1152527"/>
            <a:ext cx="16748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Sorry </a:t>
            </a:r>
            <a:r>
              <a:rPr lang="en-US" dirty="0">
                <a:sym typeface="Wingdings" panose="05000000000000000000" pitchFamily="2" charset="2"/>
              </a:rPr>
              <a:t></a:t>
            </a:r>
          </a:p>
          <a:p>
            <a:pPr algn="r"/>
            <a:r>
              <a:rPr lang="en-US" dirty="0">
                <a:sym typeface="Wingdings" panose="05000000000000000000" pitchFamily="2" charset="2"/>
              </a:rPr>
              <a:t>Run out of</a:t>
            </a:r>
          </a:p>
          <a:p>
            <a:pPr algn="r"/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Yellow</a:t>
            </a:r>
            <a:r>
              <a:rPr lang="en-US" dirty="0">
                <a:sym typeface="Wingdings" panose="05000000000000000000" pitchFamily="2" charset="2"/>
              </a:rPr>
              <a:t> &amp; 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Green</a:t>
            </a:r>
          </a:p>
          <a:p>
            <a:pPr algn="r"/>
            <a:r>
              <a:rPr lang="en-US" altLang="zh-CN" dirty="0">
                <a:sym typeface="Wingdings" panose="05000000000000000000" pitchFamily="2" charset="2"/>
              </a:rPr>
              <a:t>wires</a:t>
            </a:r>
            <a:endParaRPr lang="en-US" dirty="0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D4C6AF8F-AC6B-753E-639F-7E3D4157F1BD}"/>
              </a:ext>
            </a:extLst>
          </p:cNvPr>
          <p:cNvSpPr/>
          <p:nvPr/>
        </p:nvSpPr>
        <p:spPr>
          <a:xfrm rot="18455741">
            <a:off x="7195015" y="4015251"/>
            <a:ext cx="918342" cy="4572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8D36A0-8987-EA33-C9EC-7F3903E11E26}"/>
              </a:ext>
            </a:extLst>
          </p:cNvPr>
          <p:cNvSpPr txBox="1"/>
          <p:nvPr/>
        </p:nvSpPr>
        <p:spPr>
          <a:xfrm>
            <a:off x="6947343" y="3304921"/>
            <a:ext cx="1765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Solder and</a:t>
            </a:r>
            <a:r>
              <a:rPr lang="zh-CN" altLang="en-US" dirty="0"/>
              <a:t> </a:t>
            </a:r>
            <a:r>
              <a:rPr lang="en-US" altLang="zh-CN" dirty="0"/>
              <a:t>tape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172520-3825-02FA-523B-9956BA283AE5}"/>
              </a:ext>
            </a:extLst>
          </p:cNvPr>
          <p:cNvSpPr txBox="1"/>
          <p:nvPr/>
        </p:nvSpPr>
        <p:spPr>
          <a:xfrm>
            <a:off x="3683592" y="1383359"/>
            <a:ext cx="79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0000"/>
                </a:highlight>
              </a:rPr>
              <a:t>Power</a:t>
            </a:r>
            <a:endParaRPr lang="en-US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00720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</dc:creator>
  <cp:lastModifiedBy>Nathan</cp:lastModifiedBy>
  <cp:revision>1</cp:revision>
  <dcterms:created xsi:type="dcterms:W3CDTF">2026-07-10T20:39:01Z</dcterms:created>
  <dcterms:modified xsi:type="dcterms:W3CDTF">2026-07-10T21:17:41Z</dcterms:modified>
</cp:coreProperties>
</file>